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9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feb01ec7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feb01ec7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CoC From Legal Code </a:t>
            </a:r>
            <a:endParaRPr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819150" y="20669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Write down what each word means in terms of the current A.S. environment? 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Write down what each word is supposed to mean for the Association? 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